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PVR_IPTV | Category: CONSUMER_ELECTRONICS</a:t>
            </a:r>
          </a:p>
          <a:p>
            <a:r>
              <a:rPr sz="1400"/>
              <a:t>Upstream: https://github.com/kodi-pvr/pvr.iptv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PVR_IPTV.</a:t>
            </a:r>
          </a:p>
          <a:p>
            <a:r>
              <a:rPr sz="1400"/>
              <a:t>IPTV client plugin for Kodi smart 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PVR_IPTV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